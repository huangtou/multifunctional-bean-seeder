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C4E6E-1B15-47FF-8193-91B42F1BA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1FB725-4748-435A-997F-2C7F53399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C434E7-8240-4FCD-A690-1B6D81C91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200D-3C56-41E2-89C0-BD6BC2AE9C0C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E93BCC-1FEB-4024-8F3F-F5D28CEEC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039A55-299C-4886-9BAB-38FA5DA0A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AB7EF-4549-41E5-A9E1-E51A78CC5C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6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2B60F6-AFF5-4FA6-8A4F-B7AFE1F88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7E2E67-6348-4D91-92B4-BAB311717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128B08-0648-417E-A0E4-88BC64E7B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200D-3C56-41E2-89C0-BD6BC2AE9C0C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309DDD-AF4C-4137-9A15-029B92AD1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B08724-365A-4D87-9F57-E4A01BF76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AB7EF-4549-41E5-A9E1-E51A78CC5C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534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94C367-1C28-4871-A9EC-04404213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8322BF-3CA5-43E2-A87D-802081615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972B51-952E-429A-90CF-2FD1A578E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200D-3C56-41E2-89C0-BD6BC2AE9C0C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811136-A4DF-4147-BB52-C08EB6017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02BD4A-2C3E-4E21-97F9-489FEA4E8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AB7EF-4549-41E5-A9E1-E51A78CC5C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362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BE090F-2AB9-4140-B5AB-0ABC9ACB7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5DE90E-FDF3-485B-A6E0-F2D3A99B6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29809D-3514-40A7-9C65-D8BE28397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FFAABC-DECB-40D8-94AE-98B153BB5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200D-3C56-41E2-89C0-BD6BC2AE9C0C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9DDB13-5E63-48A5-AD09-D65CF01B8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5A6FE2-BFE8-4D8E-BD5D-1C07E0EE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AB7EF-4549-41E5-A9E1-E51A78CC5C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35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C77C7-9E93-4792-AECB-8C9B7AFC0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F08C03-278F-409D-811B-A6A5F59E8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F4D642-8983-44D0-ADE1-EBD697C17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012E8B-1764-46C7-B1F5-76AA3D4C4C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E86676-2C6F-4DED-AD4F-31430605FF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A0DDA9-4804-4AD5-A0FD-E64F182CB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200D-3C56-41E2-89C0-BD6BC2AE9C0C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754FBF2-CB48-48E4-9047-764C6A803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FF5C63E-B2D3-43D5-9581-4903AE67C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AB7EF-4549-41E5-A9E1-E51A78CC5C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916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56256A-7AC1-412F-BE14-9266A3814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D250D2-550A-4F03-BE4C-7A4CAA6F5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200D-3C56-41E2-89C0-BD6BC2AE9C0C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70287B-B110-4C51-A04F-A24DF8350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6F8A58-2DB3-4D4E-9D72-032720B7D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AB7EF-4549-41E5-A9E1-E51A78CC5C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00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4CC84B-8F92-403D-AFB2-0A6F5AA90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200D-3C56-41E2-89C0-BD6BC2AE9C0C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C656A2-E240-4FC0-A554-8E02CFECA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9FA384-30D9-4996-A88E-F23C6F22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AB7EF-4549-41E5-A9E1-E51A78CC5C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341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4A3B7-9477-4A6A-BD2C-2DAC29DA7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260AF7-200E-47D1-9649-30092E360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B09E88-FC53-46E1-A501-71AB6180C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55729C-4103-4015-A301-48E813CC9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200D-3C56-41E2-89C0-BD6BC2AE9C0C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42498D-9E00-4D56-A25F-0669190CB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4E6401-25C5-4A77-A49D-47C2C3118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AB7EF-4549-41E5-A9E1-E51A78CC5C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158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54191-B5AE-4A55-84A6-26932077B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4DCEA0-3C58-4A37-AD7C-DC1C11C61B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AF2422-B61C-4483-8F24-F062862FD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0448B2-515D-436D-BDE8-5DB753FAA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200D-3C56-41E2-89C0-BD6BC2AE9C0C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10C10B-D9C0-4A50-9F5D-8487C545A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EF7AB0-8ADE-4F8F-8F94-3B920566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AB7EF-4549-41E5-A9E1-E51A78CC5C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759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5E567-3DB9-4A0F-976C-B25740C5D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01306C-6E84-417B-BFF8-98F498918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E8F064-506B-4EC8-AEC9-A298E8A6D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200D-3C56-41E2-89C0-BD6BC2AE9C0C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92B485-74A5-46BB-BFA0-3E474874C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9170DB-3595-4552-B4AE-B2325D738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AB7EF-4549-41E5-A9E1-E51A78CC5C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842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BD39FA1-36EE-4345-AC38-11FC2BEE5F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1E0083-A3D3-4CBE-8BAF-744DD198C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A70743-3389-4BFF-9B63-D6D46E99D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200D-3C56-41E2-89C0-BD6BC2AE9C0C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8C2FF0-EF72-4B41-BD1E-1949EB0A3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BB5A59-F4EA-4675-BA3F-277EF041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AB7EF-4549-41E5-A9E1-E51A78CC5C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446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557C1BC-E04C-4BE0-8FD4-60B6044C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816E0D-EF85-455B-8637-0F18D0950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FB9B4D-33A4-4A3E-9667-1A0D5A689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D200D-3C56-41E2-89C0-BD6BC2AE9C0C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A8063B-C3D4-49CF-8DC5-C1B819EA09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078A27-6673-4EA3-A570-8979B175A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AB7EF-4549-41E5-A9E1-E51A78CC5C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50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A5B345F-14B1-476F-8CB2-574232B1270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266" y="1142453"/>
            <a:ext cx="7397525" cy="48586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F55775E-05BA-4806-ADF6-B517256D4853}"/>
              </a:ext>
            </a:extLst>
          </p:cNvPr>
          <p:cNvCxnSpPr/>
          <p:nvPr/>
        </p:nvCxnSpPr>
        <p:spPr>
          <a:xfrm flipH="1" flipV="1">
            <a:off x="1882066" y="3266983"/>
            <a:ext cx="1500326" cy="10386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7033DBF-54A7-4F32-944D-73DA794A5419}"/>
              </a:ext>
            </a:extLst>
          </p:cNvPr>
          <p:cNvCxnSpPr>
            <a:cxnSpLocks/>
          </p:cNvCxnSpPr>
          <p:nvPr/>
        </p:nvCxnSpPr>
        <p:spPr>
          <a:xfrm flipH="1" flipV="1">
            <a:off x="3241829" y="2524217"/>
            <a:ext cx="1532137" cy="648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669007D-8555-4932-9CB3-8026DDC01248}"/>
              </a:ext>
            </a:extLst>
          </p:cNvPr>
          <p:cNvCxnSpPr>
            <a:cxnSpLocks/>
          </p:cNvCxnSpPr>
          <p:nvPr/>
        </p:nvCxnSpPr>
        <p:spPr>
          <a:xfrm flipH="1">
            <a:off x="7011879" y="1429305"/>
            <a:ext cx="1679360" cy="4927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7916DD2-9646-4021-8704-E43EA208545A}"/>
              </a:ext>
            </a:extLst>
          </p:cNvPr>
          <p:cNvCxnSpPr>
            <a:cxnSpLocks/>
          </p:cNvCxnSpPr>
          <p:nvPr/>
        </p:nvCxnSpPr>
        <p:spPr>
          <a:xfrm>
            <a:off x="5113641" y="1142453"/>
            <a:ext cx="1082973" cy="18138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B56E2ED-5055-4D49-945A-EF074DE64EB5}"/>
              </a:ext>
            </a:extLst>
          </p:cNvPr>
          <p:cNvCxnSpPr>
            <a:cxnSpLocks/>
          </p:cNvCxnSpPr>
          <p:nvPr/>
        </p:nvCxnSpPr>
        <p:spPr>
          <a:xfrm flipH="1" flipV="1">
            <a:off x="4412202" y="1740023"/>
            <a:ext cx="951390" cy="10934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9376BF2-5FA5-41BF-B0D5-31AA54B118E1}"/>
              </a:ext>
            </a:extLst>
          </p:cNvPr>
          <p:cNvCxnSpPr>
            <a:cxnSpLocks/>
          </p:cNvCxnSpPr>
          <p:nvPr/>
        </p:nvCxnSpPr>
        <p:spPr>
          <a:xfrm flipH="1" flipV="1">
            <a:off x="2034466" y="2441359"/>
            <a:ext cx="1054963" cy="760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9B6B203D-7F4D-466C-8021-CD55744E1913}"/>
              </a:ext>
            </a:extLst>
          </p:cNvPr>
          <p:cNvSpPr txBox="1"/>
          <p:nvPr/>
        </p:nvSpPr>
        <p:spPr>
          <a:xfrm>
            <a:off x="1541544" y="306410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716D25-45B5-4DC7-8900-57AAD7720FBB}"/>
              </a:ext>
            </a:extLst>
          </p:cNvPr>
          <p:cNvSpPr txBox="1"/>
          <p:nvPr/>
        </p:nvSpPr>
        <p:spPr>
          <a:xfrm>
            <a:off x="1737697" y="223347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1B3400C-16D6-4A8B-B04C-68D1F30EDE7C}"/>
              </a:ext>
            </a:extLst>
          </p:cNvPr>
          <p:cNvSpPr txBox="1"/>
          <p:nvPr/>
        </p:nvSpPr>
        <p:spPr>
          <a:xfrm>
            <a:off x="2926350" y="23395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8B1309C-E2E9-462C-A42C-E5081B62DC5E}"/>
              </a:ext>
            </a:extLst>
          </p:cNvPr>
          <p:cNvSpPr txBox="1"/>
          <p:nvPr/>
        </p:nvSpPr>
        <p:spPr>
          <a:xfrm>
            <a:off x="4110148" y="155535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14907D-7BE0-4FC0-A8FB-235F9FEEDF43}"/>
              </a:ext>
            </a:extLst>
          </p:cNvPr>
          <p:cNvSpPr txBox="1"/>
          <p:nvPr/>
        </p:nvSpPr>
        <p:spPr>
          <a:xfrm>
            <a:off x="4829343" y="95778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0DF53E0-88E9-43D1-9E95-D024A2029DDF}"/>
              </a:ext>
            </a:extLst>
          </p:cNvPr>
          <p:cNvSpPr txBox="1"/>
          <p:nvPr/>
        </p:nvSpPr>
        <p:spPr>
          <a:xfrm>
            <a:off x="8694832" y="124463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2DE3F9C-9221-46C1-B797-50436238E220}"/>
              </a:ext>
            </a:extLst>
          </p:cNvPr>
          <p:cNvCxnSpPr>
            <a:cxnSpLocks/>
          </p:cNvCxnSpPr>
          <p:nvPr/>
        </p:nvCxnSpPr>
        <p:spPr>
          <a:xfrm flipH="1">
            <a:off x="6649374" y="2049358"/>
            <a:ext cx="2627791" cy="15234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25ABBB0F-30BC-4129-AE6E-41257C0A31D7}"/>
              </a:ext>
            </a:extLst>
          </p:cNvPr>
          <p:cNvSpPr txBox="1"/>
          <p:nvPr/>
        </p:nvSpPr>
        <p:spPr>
          <a:xfrm>
            <a:off x="9275471" y="180102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7179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1717E2D-53AC-4EDA-B1B8-7E47C7E1A45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99965" y="493448"/>
            <a:ext cx="5509029" cy="58807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6C47E6A-3A71-41C9-80F0-8263E178ADA6}"/>
              </a:ext>
            </a:extLst>
          </p:cNvPr>
          <p:cNvCxnSpPr>
            <a:cxnSpLocks/>
          </p:cNvCxnSpPr>
          <p:nvPr/>
        </p:nvCxnSpPr>
        <p:spPr>
          <a:xfrm flipH="1">
            <a:off x="5954479" y="1074198"/>
            <a:ext cx="2381653" cy="14425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CF04031-71DA-4538-8B75-2F87F3642155}"/>
              </a:ext>
            </a:extLst>
          </p:cNvPr>
          <p:cNvCxnSpPr>
            <a:cxnSpLocks/>
          </p:cNvCxnSpPr>
          <p:nvPr/>
        </p:nvCxnSpPr>
        <p:spPr>
          <a:xfrm flipH="1" flipV="1">
            <a:off x="2760955" y="3263238"/>
            <a:ext cx="3104747" cy="6407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591609A-EF30-4C29-9D0D-9C190BBE57DA}"/>
              </a:ext>
            </a:extLst>
          </p:cNvPr>
          <p:cNvCxnSpPr>
            <a:cxnSpLocks/>
          </p:cNvCxnSpPr>
          <p:nvPr/>
        </p:nvCxnSpPr>
        <p:spPr>
          <a:xfrm flipH="1">
            <a:off x="5954479" y="3338004"/>
            <a:ext cx="2843292" cy="4793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CA9DDB6-65B4-4618-B7A3-335B2B718072}"/>
              </a:ext>
            </a:extLst>
          </p:cNvPr>
          <p:cNvCxnSpPr>
            <a:cxnSpLocks/>
          </p:cNvCxnSpPr>
          <p:nvPr/>
        </p:nvCxnSpPr>
        <p:spPr>
          <a:xfrm flipH="1">
            <a:off x="5954479" y="4864963"/>
            <a:ext cx="2497063" cy="4705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AF99D9B-475F-4115-8954-B43539AE9E88}"/>
              </a:ext>
            </a:extLst>
          </p:cNvPr>
          <p:cNvCxnSpPr>
            <a:cxnSpLocks/>
          </p:cNvCxnSpPr>
          <p:nvPr/>
        </p:nvCxnSpPr>
        <p:spPr>
          <a:xfrm flipV="1">
            <a:off x="5734975" y="4083728"/>
            <a:ext cx="3036163" cy="4659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531D55A-7438-4E73-BA05-D86690E00341}"/>
              </a:ext>
            </a:extLst>
          </p:cNvPr>
          <p:cNvSpPr txBox="1"/>
          <p:nvPr/>
        </p:nvSpPr>
        <p:spPr>
          <a:xfrm>
            <a:off x="8451542" y="468029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12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AB98B82-14A5-4918-AE4A-22905C9D4F83}"/>
              </a:ext>
            </a:extLst>
          </p:cNvPr>
          <p:cNvSpPr txBox="1"/>
          <p:nvPr/>
        </p:nvSpPr>
        <p:spPr>
          <a:xfrm>
            <a:off x="2520719" y="30825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E47F173-C4EF-431F-986E-3D91A71F5916}"/>
              </a:ext>
            </a:extLst>
          </p:cNvPr>
          <p:cNvSpPr txBox="1"/>
          <p:nvPr/>
        </p:nvSpPr>
        <p:spPr>
          <a:xfrm>
            <a:off x="8298295" y="88953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E255CA-014E-4535-ADBB-034DB667DE4E}"/>
              </a:ext>
            </a:extLst>
          </p:cNvPr>
          <p:cNvSpPr txBox="1"/>
          <p:nvPr/>
        </p:nvSpPr>
        <p:spPr>
          <a:xfrm>
            <a:off x="8755577" y="315333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2F5D7F8-FE28-4476-A814-D5582B49F304}"/>
              </a:ext>
            </a:extLst>
          </p:cNvPr>
          <p:cNvSpPr txBox="1"/>
          <p:nvPr/>
        </p:nvSpPr>
        <p:spPr>
          <a:xfrm>
            <a:off x="8708884" y="387951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2614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4DD9DFB-D933-4D0F-ACD2-02B4808B606F}"/>
              </a:ext>
            </a:extLst>
          </p:cNvPr>
          <p:cNvSpPr/>
          <p:nvPr/>
        </p:nvSpPr>
        <p:spPr>
          <a:xfrm>
            <a:off x="5137212" y="3142695"/>
            <a:ext cx="958788" cy="28630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STM32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233AFA-1B75-4175-87B0-A34318720C36}"/>
              </a:ext>
            </a:extLst>
          </p:cNvPr>
          <p:cNvSpPr/>
          <p:nvPr/>
        </p:nvSpPr>
        <p:spPr>
          <a:xfrm>
            <a:off x="1210320" y="1858762"/>
            <a:ext cx="1621654" cy="3081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光幕传感器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DB4027-0FF6-407F-AB22-4775CCDD687D}"/>
              </a:ext>
            </a:extLst>
          </p:cNvPr>
          <p:cNvSpPr/>
          <p:nvPr/>
        </p:nvSpPr>
        <p:spPr>
          <a:xfrm>
            <a:off x="1210321" y="2498694"/>
            <a:ext cx="1621655" cy="3081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陀螺仪传感器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0DE9057-AA97-4A9A-A052-D2B623152AFE}"/>
              </a:ext>
            </a:extLst>
          </p:cNvPr>
          <p:cNvSpPr/>
          <p:nvPr/>
        </p:nvSpPr>
        <p:spPr>
          <a:xfrm>
            <a:off x="1210320" y="3138626"/>
            <a:ext cx="1621653" cy="3081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限位开关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02BCBA-44B3-44C3-A600-60156CA189E2}"/>
              </a:ext>
            </a:extLst>
          </p:cNvPr>
          <p:cNvSpPr/>
          <p:nvPr/>
        </p:nvSpPr>
        <p:spPr>
          <a:xfrm>
            <a:off x="1210320" y="3778558"/>
            <a:ext cx="1621653" cy="3081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按键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13C68D-6AC6-449E-885D-8B624F8AA99C}"/>
              </a:ext>
            </a:extLst>
          </p:cNvPr>
          <p:cNvSpPr/>
          <p:nvPr/>
        </p:nvSpPr>
        <p:spPr>
          <a:xfrm>
            <a:off x="1210319" y="4418490"/>
            <a:ext cx="1621653" cy="3081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WiFi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E2019D4-CBAD-4760-8C8E-A0894DACA22A}"/>
              </a:ext>
            </a:extLst>
          </p:cNvPr>
          <p:cNvSpPr/>
          <p:nvPr/>
        </p:nvSpPr>
        <p:spPr>
          <a:xfrm rot="1386418">
            <a:off x="2956622" y="2207585"/>
            <a:ext cx="1819927" cy="30812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82713CA9-82DE-4872-BC6F-A81BCB174557}"/>
              </a:ext>
            </a:extLst>
          </p:cNvPr>
          <p:cNvSpPr/>
          <p:nvPr/>
        </p:nvSpPr>
        <p:spPr>
          <a:xfrm rot="691456">
            <a:off x="2983402" y="2706405"/>
            <a:ext cx="1640603" cy="30812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B84B6732-DE6D-4324-98EF-F25E341605C4}"/>
              </a:ext>
            </a:extLst>
          </p:cNvPr>
          <p:cNvSpPr/>
          <p:nvPr/>
        </p:nvSpPr>
        <p:spPr>
          <a:xfrm>
            <a:off x="2969159" y="3154838"/>
            <a:ext cx="1621652" cy="30812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C2459DC8-4AFE-43EF-A4B2-10DC753FA367}"/>
              </a:ext>
            </a:extLst>
          </p:cNvPr>
          <p:cNvSpPr/>
          <p:nvPr/>
        </p:nvSpPr>
        <p:spPr>
          <a:xfrm rot="20931446">
            <a:off x="2978857" y="3662971"/>
            <a:ext cx="1618913" cy="30812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A1A14CB2-2922-430D-B376-076E61F1C2B0}"/>
              </a:ext>
            </a:extLst>
          </p:cNvPr>
          <p:cNvSpPr/>
          <p:nvPr/>
        </p:nvSpPr>
        <p:spPr>
          <a:xfrm rot="20276467">
            <a:off x="2952832" y="4185083"/>
            <a:ext cx="1819927" cy="30812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623B1F-AF13-4662-9558-54DECE9D66D5}"/>
              </a:ext>
            </a:extLst>
          </p:cNvPr>
          <p:cNvSpPr/>
          <p:nvPr/>
        </p:nvSpPr>
        <p:spPr>
          <a:xfrm>
            <a:off x="5137212" y="1490893"/>
            <a:ext cx="958788" cy="28630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触摸屏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6A94F73A-DC51-4FBF-9576-A46EA9401F2B}"/>
              </a:ext>
            </a:extLst>
          </p:cNvPr>
          <p:cNvSpPr/>
          <p:nvPr/>
        </p:nvSpPr>
        <p:spPr>
          <a:xfrm rot="16200000">
            <a:off x="4861118" y="2305881"/>
            <a:ext cx="997638" cy="30812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653CAE3A-41D8-4F5A-9EB6-AB653570487D}"/>
              </a:ext>
            </a:extLst>
          </p:cNvPr>
          <p:cNvSpPr/>
          <p:nvPr/>
        </p:nvSpPr>
        <p:spPr>
          <a:xfrm rot="5400000">
            <a:off x="5403078" y="2305882"/>
            <a:ext cx="997638" cy="30812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A653652-1D97-49CE-AEA9-3CEFA1E831F1}"/>
              </a:ext>
            </a:extLst>
          </p:cNvPr>
          <p:cNvSpPr/>
          <p:nvPr/>
        </p:nvSpPr>
        <p:spPr>
          <a:xfrm>
            <a:off x="7022237" y="2259323"/>
            <a:ext cx="2016710" cy="28630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直流电机驱动电路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FAEC0C9-A982-4833-8F8D-74FB6F51FB77}"/>
              </a:ext>
            </a:extLst>
          </p:cNvPr>
          <p:cNvSpPr/>
          <p:nvPr/>
        </p:nvSpPr>
        <p:spPr>
          <a:xfrm>
            <a:off x="7022237" y="4052842"/>
            <a:ext cx="2016710" cy="28630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步进电机驱动电路</a:t>
            </a: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542799B2-E281-4760-9CDF-59C57B52B595}"/>
              </a:ext>
            </a:extLst>
          </p:cNvPr>
          <p:cNvSpPr/>
          <p:nvPr/>
        </p:nvSpPr>
        <p:spPr>
          <a:xfrm rot="19222144">
            <a:off x="6099065" y="2706405"/>
            <a:ext cx="960141" cy="30812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5429344F-CFAD-47B3-A079-E2624353A7E5}"/>
              </a:ext>
            </a:extLst>
          </p:cNvPr>
          <p:cNvSpPr/>
          <p:nvPr/>
        </p:nvSpPr>
        <p:spPr>
          <a:xfrm rot="2416389">
            <a:off x="6099063" y="3614051"/>
            <a:ext cx="960141" cy="30812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577D4A3-A13E-4CB6-BE0D-99A00E9167C8}"/>
              </a:ext>
            </a:extLst>
          </p:cNvPr>
          <p:cNvSpPr/>
          <p:nvPr/>
        </p:nvSpPr>
        <p:spPr>
          <a:xfrm>
            <a:off x="10068019" y="1559879"/>
            <a:ext cx="1827319" cy="28630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运动机构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080F2EC-7D23-4521-B7CD-29329BA7ABD7}"/>
              </a:ext>
            </a:extLst>
          </p:cNvPr>
          <p:cNvSpPr/>
          <p:nvPr/>
        </p:nvSpPr>
        <p:spPr>
          <a:xfrm>
            <a:off x="10068019" y="2259322"/>
            <a:ext cx="1827320" cy="28630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翻土轮升降机构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932F287-1920-4857-9C1F-D9B28FC95DD4}"/>
              </a:ext>
            </a:extLst>
          </p:cNvPr>
          <p:cNvSpPr/>
          <p:nvPr/>
        </p:nvSpPr>
        <p:spPr>
          <a:xfrm>
            <a:off x="10068019" y="2958765"/>
            <a:ext cx="1827320" cy="28630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浇水机构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C3D8E1-314E-4F71-A3B2-B33271C01686}"/>
              </a:ext>
            </a:extLst>
          </p:cNvPr>
          <p:cNvSpPr/>
          <p:nvPr/>
        </p:nvSpPr>
        <p:spPr>
          <a:xfrm>
            <a:off x="10068019" y="3768115"/>
            <a:ext cx="1827320" cy="28630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挖槽器升降机构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9364B7-3D1E-4A36-BFC1-BB042187CAE9}"/>
              </a:ext>
            </a:extLst>
          </p:cNvPr>
          <p:cNvSpPr/>
          <p:nvPr/>
        </p:nvSpPr>
        <p:spPr>
          <a:xfrm>
            <a:off x="10068019" y="4509545"/>
            <a:ext cx="1827320" cy="28630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播种器驱动机构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A24B0DB5-E7AB-4FF2-A284-5A6F65137B5A}"/>
              </a:ext>
            </a:extLst>
          </p:cNvPr>
          <p:cNvSpPr/>
          <p:nvPr/>
        </p:nvSpPr>
        <p:spPr>
          <a:xfrm rot="19972496">
            <a:off x="9162205" y="1755241"/>
            <a:ext cx="753803" cy="30812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D9DEA65E-3F2A-4F7C-8A8D-32D1D4ACB5B7}"/>
              </a:ext>
            </a:extLst>
          </p:cNvPr>
          <p:cNvSpPr/>
          <p:nvPr/>
        </p:nvSpPr>
        <p:spPr>
          <a:xfrm>
            <a:off x="9133416" y="2248409"/>
            <a:ext cx="811383" cy="30812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65F9B25A-DD45-46ED-A22B-C17750436187}"/>
              </a:ext>
            </a:extLst>
          </p:cNvPr>
          <p:cNvSpPr/>
          <p:nvPr/>
        </p:nvSpPr>
        <p:spPr>
          <a:xfrm rot="1611641">
            <a:off x="9162549" y="2706405"/>
            <a:ext cx="753803" cy="30812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0E812AA7-8400-40C7-8A3A-C6869DE861BD}"/>
              </a:ext>
            </a:extLst>
          </p:cNvPr>
          <p:cNvSpPr/>
          <p:nvPr/>
        </p:nvSpPr>
        <p:spPr>
          <a:xfrm rot="20561001">
            <a:off x="9162221" y="3855200"/>
            <a:ext cx="753803" cy="30812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FD9CE443-3187-4D36-A4CF-FD532EA1BCC3}"/>
              </a:ext>
            </a:extLst>
          </p:cNvPr>
          <p:cNvSpPr/>
          <p:nvPr/>
        </p:nvSpPr>
        <p:spPr>
          <a:xfrm rot="1028624">
            <a:off x="9157350" y="4355481"/>
            <a:ext cx="753803" cy="30812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607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宽屏</PresentationFormat>
  <Paragraphs>26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</cp:revision>
  <dcterms:created xsi:type="dcterms:W3CDTF">2021-12-10T10:25:38Z</dcterms:created>
  <dcterms:modified xsi:type="dcterms:W3CDTF">2021-12-10T10:25:45Z</dcterms:modified>
</cp:coreProperties>
</file>